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8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634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PROGRAMMING PROJECT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AGRI-Track Coffee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Services Database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2651760"/>
            <a:ext cx="50292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788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Agriculture | Coffee Farmers | Extension Workers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337560"/>
            <a:ext cx="1572768" cy="347472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3375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39696" y="3337560"/>
            <a:ext cx="1572768" cy="347472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9696" y="33375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67912" y="3337560"/>
            <a:ext cx="1572768" cy="347472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7912" y="33375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96128" y="3337560"/>
            <a:ext cx="1572768" cy="347472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6128" y="33375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24344" y="3337560"/>
            <a:ext cx="1572768" cy="347472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24344" y="33375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2E22"/>
          </a:solidFill>
          <a:ln w="12700">
            <a:solidFill>
              <a:srgbClr val="162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1888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Presentation  |  Group Project  |  MySQL &amp; VS Code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AGRI-Track Coffee?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Ministry of Agriculture seeks to sensitize coffee growers on best practices, track production, distribute seedlings and inputs, and connect farmers with extension workers for farm advisory support.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2651760" cy="23774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331720"/>
            <a:ext cx="26517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All Farmers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complete, up-to-date registry of all coffee growers with contact and location details.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2651760" cy="23774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331720"/>
            <a:ext cx="26517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Production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monitor coffee yields per farm per season to measure productivity and plan interventions.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2651760" cy="23774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331720"/>
            <a:ext cx="265176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468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Inputs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track distribution of seedlings and agricultural inputs to registered farmers with full accountability.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REQUIREMENTS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Functional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80160" y="1051560"/>
            <a:ext cx="640080" cy="6400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783080"/>
            <a:ext cx="2743200" cy="1005840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830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Farmers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view distributions, request advisory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051560"/>
            <a:ext cx="640080" cy="6400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783080"/>
            <a:ext cx="2743200" cy="1005840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7830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Workers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 farmers, distribute inputs, record visits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23760" y="1051560"/>
            <a:ext cx="640080" cy="6400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783080"/>
            <a:ext cx="2743200" cy="1005840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7830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Officials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production data, manage system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20116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926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Management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3291840"/>
            <a:ext cx="2011680" cy="429768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291840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name, contact, location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3767328"/>
            <a:ext cx="2011680" cy="429768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67328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&amp; delete farmer records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4242816"/>
            <a:ext cx="2011680" cy="429768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24281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view farmer data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23160" y="2926080"/>
            <a:ext cx="20116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2926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&amp; Production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23160" y="3291840"/>
            <a:ext cx="2011680" cy="429768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3291840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 farms (size, coffee type)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23160" y="3767328"/>
            <a:ext cx="2011680" cy="429768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767328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yield per farm per season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23160" y="4242816"/>
            <a:ext cx="2011680" cy="429768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424281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kg harvested vs farm size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2926080"/>
            <a:ext cx="20116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2926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Distribution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3291840"/>
            <a:ext cx="2011680" cy="429768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291840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seedling &amp; input distribution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3767328"/>
            <a:ext cx="2011680" cy="429768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767328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who received what &amp; when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4242816"/>
            <a:ext cx="2011680" cy="429768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24281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inventory stock levels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12280" y="2926080"/>
            <a:ext cx="20116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2926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Services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12280" y="3291840"/>
            <a:ext cx="2011680" cy="429768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3291840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extension workers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12280" y="3767328"/>
            <a:ext cx="2011680" cy="429768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3767328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workers to farms/regions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12280" y="4242816"/>
            <a:ext cx="2011680" cy="429768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424281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advisory visits &amp; outcomes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REQUIREMENTS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Business Rules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73152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farm grows one type of coffee only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47088"/>
            <a:ext cx="73152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4708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farmers own the same farm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22576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22576"/>
            <a:ext cx="73152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2257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provide accurate farm measurements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98064"/>
            <a:ext cx="73152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9806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you’re a local mobilizer you cannot be a technical personnel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r>
              <a:rPr lang="en-UG" sz="1000" dirty="0"/>
              <a:t>Coffee varieties are limited to two: Robusta and Arabica</a:t>
            </a:r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73152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7355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49040"/>
            <a:ext cx="73152" cy="42062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4904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 data consistently and correctly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371600"/>
            <a:ext cx="41148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371600"/>
            <a:ext cx="73152" cy="420624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37160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farmer has a unique auto-generated ID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847088"/>
            <a:ext cx="41148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847088"/>
            <a:ext cx="73152" cy="420624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84708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G" sz="900" dirty="0">
                <a:solidFill>
                  <a:schemeClr val="bg1"/>
                </a:solidFill>
              </a:rPr>
              <a:t>Only registered farmers are eligible to receive seedlings or support products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63440" y="2322576"/>
            <a:ext cx="41148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322576"/>
            <a:ext cx="73152" cy="420624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32257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contact must be 10 digits starting with 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798064"/>
            <a:ext cx="41148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798064"/>
            <a:ext cx="73152" cy="420624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79806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farm linked to exactly one farmer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273552"/>
            <a:ext cx="41148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273552"/>
            <a:ext cx="73152" cy="420624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27355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quantity must be &gt; 0 and ≤ stock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749040"/>
            <a:ext cx="411480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749040"/>
            <a:ext cx="73152" cy="420624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0975" y="369417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9BFDD481-9327-31E9-7D81-12A996675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70424"/>
              </p:ext>
            </p:extLst>
          </p:nvPr>
        </p:nvGraphicFramePr>
        <p:xfrm>
          <a:off x="4846320" y="3806952"/>
          <a:ext cx="3931920" cy="345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649260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sz="800" dirty="0">
                          <a:effectLst/>
                        </a:rPr>
                        <a:t>An extension worker can only access farmer records within their assigned sub-county/district.</a:t>
                      </a:r>
                      <a:endParaRPr lang="en-UG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50800" marB="50800"/>
                </a:tc>
                <a:extLst>
                  <a:ext uri="{0D108BD9-81ED-4DB2-BD59-A6C34878D82A}">
                    <a16:rowId xmlns:a16="http://schemas.microsoft.com/office/drawing/2014/main" val="4749618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Entity Relationship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37744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353312"/>
            <a:ext cx="2377440" cy="603504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8988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district_id PK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64592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district_name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2468880"/>
            <a:ext cx="237744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468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SUBCOUNTY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2816352"/>
            <a:ext cx="2377440" cy="859536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5292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subcounty_id PK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310896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subcounty_name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" y="3364992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district_id FK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834640" y="1005840"/>
            <a:ext cx="237744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005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1353312"/>
            <a:ext cx="2377440" cy="1115568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138988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farmer_id PK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926080" y="164592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farmer_name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0" y="1901952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farmer_contact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26080" y="2157984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subcounty_id FK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834640" y="2468880"/>
            <a:ext cx="237744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2468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2816352"/>
            <a:ext cx="2377440" cy="1371600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285292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farm_id PK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926080" y="310896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farmer_id FK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926080" y="3364992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coffee_id FK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926080" y="3621024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farm_size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926080" y="387705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village_id FK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60720" y="1005840"/>
            <a:ext cx="237744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1005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1353312"/>
            <a:ext cx="2377440" cy="859536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138988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worker_id PK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0" y="164592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worker_name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52160" y="1901952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subcounty_id FK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60720" y="2468880"/>
            <a:ext cx="237744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2468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60720" y="2816352"/>
            <a:ext cx="2377440" cy="1115568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285292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production_id PK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52160" y="310896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farm_id FK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52160" y="3364992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seedlings_planted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52160" y="3621024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quantity_produced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834640" y="4023360"/>
            <a:ext cx="237744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0" y="4023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34640" y="4370832"/>
            <a:ext cx="2377440" cy="1115568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0" y="440740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distribution_id PK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926080" y="466344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FK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926080" y="4919472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farm_id FK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926080" y="5175504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760720" y="4023360"/>
            <a:ext cx="237744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4023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760720" y="4370832"/>
            <a:ext cx="2377440" cy="1115568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52160" y="440740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PK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52160" y="466344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852160" y="4919472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product_type_id FK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852160" y="5175504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82880" y="4754880"/>
            <a:ext cx="201168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423160" y="4754880"/>
            <a:ext cx="201168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2316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63440" y="4754880"/>
            <a:ext cx="201168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6344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903720" y="4754880"/>
            <a:ext cx="201168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0372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Constraints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DEVELOPMENT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 &amp;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430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47218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columns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51560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1430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subcounty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42032" y="147218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columns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051560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051560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1430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0872" y="147218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columns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051560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051560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11430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39712" y="1472184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1938528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1938528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02996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extension_worker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" y="235915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1938528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1938528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202996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district_agri_officer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42032" y="235915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1938528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1938528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202996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farm_group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90872" y="235915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1938528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1938528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9712" y="202996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39712" y="235915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2825496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2825496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291693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local_mobilizer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3192" y="32461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68880" y="2825496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68880" y="2825496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291693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42032" y="32461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columns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17720" y="2825496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17720" y="2825496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90872" y="291693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product_type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90872" y="32461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columns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66560" y="2825496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66560" y="2825496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39712" y="291693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39712" y="32461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3712464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0040" y="3712464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3192" y="380390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93192" y="413308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468880" y="3712464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468880" y="3712464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42032" y="380390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542032" y="413308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17720" y="3712464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17720" y="3712464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90872" y="380390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technical_support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690872" y="413308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766560" y="3712464"/>
            <a:ext cx="20116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766560" y="3712464"/>
            <a:ext cx="20116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39712" y="3803904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lc1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839712" y="413308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DEVELOPMENT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&amp; Constraints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82880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051560"/>
            <a:ext cx="3749040" cy="530352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05156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unique ID on every table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673352"/>
            <a:ext cx="182880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7335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48840" y="1673352"/>
            <a:ext cx="3749040" cy="530352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167335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referential integrity across all relations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295144"/>
            <a:ext cx="182880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9514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48840" y="2295144"/>
            <a:ext cx="3749040" cy="530352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2295144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names in same subcounty, unique contacts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16936"/>
            <a:ext cx="182880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16936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(REGEXP)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48840" y="2916936"/>
            <a:ext cx="3749040" cy="530352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291693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^0[0-9]{9}$ — exactly 10 digits, starts with 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538728"/>
            <a:ext cx="182880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3872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(Name)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48840" y="3538728"/>
            <a:ext cx="3749040" cy="530352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80" y="353872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Names: letters + spaces only, no double spaces, 2–100 chars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160520"/>
            <a:ext cx="182880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16052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48840" y="4160520"/>
            <a:ext cx="3749040" cy="530352"/>
          </a:xfrm>
          <a:prstGeom prst="rect">
            <a:avLst/>
          </a:prstGeom>
          <a:solidFill>
            <a:srgbClr val="162E2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416052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fields enforced at schema level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1051560"/>
            <a:ext cx="1920240" cy="530352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10515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Size &gt; 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130759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zero or negative farm sizes allowed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909560" y="1051560"/>
            <a:ext cx="9144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09560" y="1051560"/>
            <a:ext cx="64008" cy="5303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105156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89320" y="1673352"/>
            <a:ext cx="1920240" cy="530352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167335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Distributed &gt; 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80760" y="192938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must have at least 1 unit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909560" y="1673352"/>
            <a:ext cx="9144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09560" y="1673352"/>
            <a:ext cx="64008" cy="5303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01000" y="1673352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989320" y="2295144"/>
            <a:ext cx="1920240" cy="530352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229514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RESTRICT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80760" y="255117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deletion of referenced parent rows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909560" y="2295144"/>
            <a:ext cx="9144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09560" y="2295144"/>
            <a:ext cx="64008" cy="5303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01000" y="2295144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989320" y="2916936"/>
            <a:ext cx="1920240" cy="530352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291693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UPDATE CASCADE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80760" y="317296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 child FKs when parent ID changes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909560" y="2916936"/>
            <a:ext cx="9144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2916936"/>
            <a:ext cx="64008" cy="5303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01000" y="2916936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989320" y="3538728"/>
            <a:ext cx="1920240" cy="530352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80760" y="35387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NULL on FK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080760" y="37947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group becomes null if group is deleted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909560" y="3538728"/>
            <a:ext cx="9144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09560" y="3538728"/>
            <a:ext cx="64008" cy="5303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01000" y="3538728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989320" y="4160520"/>
            <a:ext cx="1920240" cy="530352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0760" y="4160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composite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080760" y="441655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farmer name in same subcounty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909560" y="4160520"/>
            <a:ext cx="9144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4160520"/>
            <a:ext cx="64008" cy="5303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01000" y="416052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SECURITY &amp; 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Views, Procedures &amp; Triggers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574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057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— all tables, all operations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20574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005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Worker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371600"/>
            <a:ext cx="2057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View/edit farms, distributions, mobilizers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20574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05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371600"/>
            <a:ext cx="2057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distribution records only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03720" y="1005840"/>
            <a:ext cx="20574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005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LC1 / Mobilizer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371600"/>
            <a:ext cx="2057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farms in their village only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21488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487168"/>
            <a:ext cx="42062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487168"/>
            <a:ext cx="64008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4871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farmer_distribution_view — farmer sees only their farm's distributions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42062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926080"/>
            <a:ext cx="64008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9260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extension_worker_assistants_view — worker sees only their assigned mobilizers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364992"/>
            <a:ext cx="42062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364992"/>
            <a:ext cx="64008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36499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local_mobilizer_farm_view — mobilizer sees only farms in their village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21488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487168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2487168"/>
            <a:ext cx="64008" cy="384048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24871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RegisterFarmer — validates &amp; inserts with input checks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2926080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2926080"/>
            <a:ext cx="64008" cy="384048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2926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DistributeInput — checks stock before distributing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3364992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364992"/>
            <a:ext cx="64008" cy="384048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364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GetProductionSummary — aggregated yield per region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0040" y="3840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160520"/>
            <a:ext cx="85039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1605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assign_tech_by_district (AFTER INSERT ON farm) — automatically finds and assigns a technical support worker from the same district to every newly registered farm.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DATA COLLECTION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Questionnaire — 8 Key Questions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71323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9576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9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106424"/>
            <a:ext cx="3547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extension workers reach out to farmers through community farmer group gatherings?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56232"/>
            <a:ext cx="4206240" cy="71323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84248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84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911096"/>
            <a:ext cx="3547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hierarchy from the District Agricultural Officer down to the farmer level?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660904"/>
            <a:ext cx="4206240" cy="71323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715768"/>
            <a:ext cx="3547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coffee varieties are produced, and what production records are maintained?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465576"/>
            <a:ext cx="4206240" cy="71323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93592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93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520440"/>
            <a:ext cx="3547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inputs are used (seedlings, fertilizers, labor), and how are they recorded per farmer?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051560"/>
            <a:ext cx="4206240" cy="71323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179576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179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106424"/>
            <a:ext cx="3547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seedling distribution organized and managed at the subcounty level?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856232"/>
            <a:ext cx="4206240" cy="71323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984248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984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1911096"/>
            <a:ext cx="3547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local leaders engaged in distribution, and what records are kept?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660904"/>
            <a:ext cx="4206240" cy="71323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788920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2715768"/>
            <a:ext cx="3547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farmers categorized by farm size, and how is production level determined?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465576"/>
            <a:ext cx="4206240" cy="71323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593592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593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3520440"/>
            <a:ext cx="3547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qualifications should extension workers have, especially regarding agricultural inputs?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Asked in the Field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06240" cy="89611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475488" cy="8961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7899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extension workers reach out to farmers in the subcounty through community farmer group gatherings?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06240" cy="89611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9968"/>
            <a:ext cx="475488" cy="8961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8483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hierarchy of agricultural extension from the District Agricultural Officer down to the farmer level in this subcounty?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035808"/>
            <a:ext cx="4206240" cy="89611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035808"/>
            <a:ext cx="475488" cy="8961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35808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09067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variety(ies) of coffee are produced by farmers in this subcounty, and what coffee production records are kept?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4041648"/>
            <a:ext cx="4206240" cy="89611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041648"/>
            <a:ext cx="475488" cy="8961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041648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09651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inputs are used in coffee production (seedlings, fertilizers, labor), and how are these recorded for each farmer?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024128"/>
            <a:ext cx="4206240" cy="89611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024128"/>
            <a:ext cx="475488" cy="8961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024128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07899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seedling distribution organized and managed at the subcounty level?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029968"/>
            <a:ext cx="4206240" cy="89611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029968"/>
            <a:ext cx="475488" cy="8961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029968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208483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local leaders at the subcounty level engaged in the distribution process, and what records are kept?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035808"/>
            <a:ext cx="4206240" cy="89611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035808"/>
            <a:ext cx="475488" cy="8961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035808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309067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farmers categorized according to farm size, and how is the production level determined for each category?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4041648"/>
            <a:ext cx="4206240" cy="896112"/>
          </a:xfrm>
          <a:prstGeom prst="rect">
            <a:avLst/>
          </a:prstGeom>
          <a:solidFill>
            <a:srgbClr val="162E22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4041648"/>
            <a:ext cx="475488" cy="8961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4041648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409651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qualifications or expertise should extension workers recruited for this subcounty have, especially regarding agricultural inputs?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070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mysqldump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database dump exported as .sql file. Run before any major structural change and at project milestones.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9748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2070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37560" y="1645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Backup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99339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Log-based incremental backups capture only changes since last full dump, minimizing storage and time.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097280"/>
            <a:ext cx="269748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2070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1645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Automation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99339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 or Event Scheduler configured to run automatic nightly dumps to a designated backup folder.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269748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0815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86791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procedure tested by importing the dump into a fresh MySQL instance before final submission.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69748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30815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37560" y="3520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Rollback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86791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multi-step operations wrapped in transactions (BEGIN / COMMIT / ROLLBACK) to prevent partial data corruption.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2971800"/>
            <a:ext cx="269748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30815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0" y="3520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Dump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86791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.sql dump included in the zipped submission folder alongside documentation and slides.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D6A4F">
              <a:alpha val="20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52B788">
              <a:alpha val="15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AGRI-Track Coffee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smarter future for Uganda's coffee sector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560320"/>
            <a:ext cx="41148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880360"/>
            <a:ext cx="2011680" cy="384048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80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2880360"/>
            <a:ext cx="2011680" cy="384048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880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2880360"/>
            <a:ext cx="2011680" cy="384048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880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2011680" cy="384048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88920" y="3383280"/>
            <a:ext cx="2011680" cy="384048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3383280"/>
            <a:ext cx="2011680" cy="384048"/>
          </a:xfrm>
          <a:prstGeom prst="rect">
            <a:avLst/>
          </a:prstGeom>
          <a:solidFill>
            <a:srgbClr val="162E2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2E22"/>
          </a:solidFill>
          <a:ln w="12700">
            <a:solidFill>
              <a:srgbClr val="162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1888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Agriculture  |  Group Database Project  |  Thank You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1311</Words>
  <Application>Microsoft Office PowerPoint</Application>
  <PresentationFormat>On-screen Show (16:9)</PresentationFormat>
  <Paragraphs>266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AGRI-Track Coffee Database Project</dc:title>
  <dc:subject>PptxGenJS Presentation</dc:subject>
  <dc:creator>Group Database Project</dc:creator>
  <cp:lastModifiedBy>Pascal Banura</cp:lastModifiedBy>
  <cp:revision>3</cp:revision>
  <dcterms:created xsi:type="dcterms:W3CDTF">2026-04-13T00:21:01Z</dcterms:created>
  <dcterms:modified xsi:type="dcterms:W3CDTF">2026-04-13T07:07:00Z</dcterms:modified>
</cp:coreProperties>
</file>